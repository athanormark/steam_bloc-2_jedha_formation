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5764"/>
    <a:srgbClr val="FD3476"/>
    <a:srgbClr val="DA2427"/>
    <a:srgbClr val="FF7854"/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939" autoAdjust="0"/>
  </p:normalViewPr>
  <p:slideViewPr>
    <p:cSldViewPr snapToGrid="0">
      <p:cViewPr varScale="1">
        <p:scale>
          <a:sx n="83" d="100"/>
          <a:sy n="83" d="100"/>
        </p:scale>
        <p:origin x="16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E56658F-8B6E-982E-D067-2D7C96FE39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0FC48C-869F-4102-7CDC-97CE14320C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FEBD8-66CA-46B5-9712-7C103E5D68A3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2780A9-B331-92E3-2B25-AADCE8A928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3906B-509A-1615-9FB7-D228398D44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07F8-6D4B-47B1-A7EC-E0DBA7C696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122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F379-739F-4DE7-A906-09CE9543F89B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BDE13-EA34-4A54-B72A-056F07E83B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0488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BDE13-EA34-4A54-B72A-056F07E83B8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3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2A6A-72A7-4171-9C02-54E8A9F9421A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94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221C-709A-4E0F-8BC1-E2BA39AD131F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5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B016-AEEE-499E-A05B-504B9A61351B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53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CAD4B-F040-43DB-AE69-37D478477F7C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1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6BE4-A5E2-4EFC-BA4C-F0A52F4ADDEA}" type="datetime1">
              <a:rPr lang="fr-FR" smtClean="0"/>
              <a:t>14/04/2026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14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1740-B00F-4619-AFF6-856B14AB2338}" type="datetime1">
              <a:rPr lang="fr-FR" smtClean="0"/>
              <a:t>14/04/2026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87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98319-8B41-4AEB-9377-63D62D48C50C}" type="datetime1">
              <a:rPr lang="fr-FR" smtClean="0"/>
              <a:t>14/04/2026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17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7B7D-8C29-45C9-8D0E-18845BECDB80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7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3958-22AC-429E-99FA-190A3F53745C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95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0C6C0-C2CB-4845-B613-ED191DE12297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80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8633-F693-4737-AA8D-F646A0B31E59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95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83C777-8E31-4953-B84F-DD896B0C949A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467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2AEE5-670D-14A5-2EF7-AA90A5E64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88581"/>
            <a:ext cx="12192000" cy="2387600"/>
          </a:xfrm>
        </p:spPr>
        <p:txBody>
          <a:bodyPr/>
          <a:lstStyle/>
          <a:p>
            <a:r>
              <a:rPr lang="fr-FR" dirty="0"/>
              <a:t>Analyse du marché </a:t>
            </a:r>
            <a:br>
              <a:rPr lang="fr-FR" dirty="0"/>
            </a:br>
            <a:r>
              <a:rPr lang="fr-FR" dirty="0"/>
              <a:t>Steam pour Ubisoft</a:t>
            </a:r>
            <a:endParaRPr lang="fr-FR" dirty="0">
              <a:latin typeface="Space Grotesk SemiBold" pitchFamily="50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C1ECE9-F298-2E46-1DD8-F94042AF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>
                <a:solidFill>
                  <a:schemeClr val="tx1"/>
                </a:solidFill>
              </a:rPr>
              <a:t>Athanor SAVOUILLAN_Jedha - BLOC 2 - STEAM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6" name="Picture 2" descr="Steam">
            <a:extLst>
              <a:ext uri="{FF2B5EF4-FFF2-40B4-BE49-F238E27FC236}">
                <a16:creationId xmlns:a16="http://schemas.microsoft.com/office/drawing/2014/main" id="{EE1ADDF6-5C1D-BFDE-E82D-8A618F336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91" y="381301"/>
            <a:ext cx="3022589" cy="92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03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19211-AE1E-360A-CA63-C6607E5D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PROBLEMATIQUE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F61D4F-3C81-5344-ED9F-47596D25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3395CE-C090-1700-14EE-F76CA2DCDB3C}"/>
              </a:ext>
            </a:extLst>
          </p:cNvPr>
          <p:cNvSpPr txBox="1"/>
          <p:nvPr/>
        </p:nvSpPr>
        <p:spPr>
          <a:xfrm>
            <a:off x="838199" y="181162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/>
              <a:t>Ubisoft souhaite lancer un nouveau jeu. </a:t>
            </a:r>
          </a:p>
          <a:p>
            <a:pPr algn="ctr"/>
            <a:r>
              <a:rPr lang="fr-FR" sz="2400" dirty="0"/>
              <a:t>Quels facteurs influencent la popularité et le succès commercial sur Steam 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EF4FCAD-7BBE-C0B6-21D1-E7CBC9CDD8F3}"/>
              </a:ext>
            </a:extLst>
          </p:cNvPr>
          <p:cNvSpPr txBox="1"/>
          <p:nvPr/>
        </p:nvSpPr>
        <p:spPr>
          <a:xfrm>
            <a:off x="4572481" y="3465428"/>
            <a:ext cx="3047035" cy="1401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~55 000 jeux analysés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JSON semi-structuré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rgbClr val="F8F8F6"/>
                </a:solidFill>
                <a:effectLst/>
                <a:latin typeface="Anthropic Sans"/>
              </a:rPr>
              <a:t>PySpark</a:t>
            </a: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 + </a:t>
            </a:r>
            <a:r>
              <a:rPr lang="fr-FR" b="0" i="0" dirty="0" err="1">
                <a:solidFill>
                  <a:srgbClr val="F8F8F6"/>
                </a:solidFill>
                <a:effectLst/>
                <a:latin typeface="Anthropic Sans"/>
              </a:rPr>
              <a:t>Databricks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615F1FA-3DF5-1BEE-6760-CC6832E55599}"/>
              </a:ext>
            </a:extLst>
          </p:cNvPr>
          <p:cNvSpPr txBox="1"/>
          <p:nvPr/>
        </p:nvSpPr>
        <p:spPr>
          <a:xfrm>
            <a:off x="838199" y="5533539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Données hébergées sur AWS S3, traitées sur un cluster </a:t>
            </a:r>
            <a:r>
              <a:rPr lang="fr-FR" b="1" i="0" dirty="0" err="1">
                <a:solidFill>
                  <a:srgbClr val="F8F8F6"/>
                </a:solidFill>
                <a:effectLst/>
                <a:latin typeface="Anthropic Sans"/>
              </a:rPr>
              <a:t>Databricks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9973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4C208-941C-2404-7948-A0646BA8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MACRO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9439BC-42BB-F69C-BF3B-EFFCA766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2EFD7C3-2051-A80F-0540-09AAD8C930E6}"/>
              </a:ext>
            </a:extLst>
          </p:cNvPr>
          <p:cNvSpPr txBox="1"/>
          <p:nvPr/>
        </p:nvSpPr>
        <p:spPr>
          <a:xfrm>
            <a:off x="838200" y="2450879"/>
            <a:ext cx="10515600" cy="195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Effet COVID : +20 % de sorties en 2020, +24 % en 2021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Windows domine à plus de 95 % du catalogue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L'anglais est la langue incontournable (puis chinois, russe, portugais)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Moins de 5 % de jeux réservés aux adultes (+16/18)</a:t>
            </a:r>
          </a:p>
        </p:txBody>
      </p:sp>
    </p:spTree>
    <p:extLst>
      <p:ext uri="{BB962C8B-B14F-4D97-AF65-F5344CB8AC3E}">
        <p14:creationId xmlns:p14="http://schemas.microsoft.com/office/powerpoint/2010/main" val="228486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83C16-4ABD-C2E0-EAAA-CDE61F93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RÉSULTATS PAR GENRE ET PLATEFORME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ACF10A0-C009-6443-DE05-862E479E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9C6894-082C-7F6D-C0EF-9644C94F9F3F}"/>
              </a:ext>
            </a:extLst>
          </p:cNvPr>
          <p:cNvSpPr txBox="1"/>
          <p:nvPr/>
        </p:nvSpPr>
        <p:spPr>
          <a:xfrm>
            <a:off x="838200" y="2693229"/>
            <a:ext cx="10515600" cy="1402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Action et </a:t>
            </a:r>
            <a:r>
              <a:rPr lang="fr-FR" dirty="0" err="1"/>
              <a:t>Indie</a:t>
            </a:r>
            <a:r>
              <a:rPr lang="fr-FR" dirty="0"/>
              <a:t> dominent en volume de production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Simulation et </a:t>
            </a:r>
            <a:r>
              <a:rPr lang="fr-FR" dirty="0" err="1"/>
              <a:t>Strategy</a:t>
            </a:r>
            <a:r>
              <a:rPr lang="fr-FR" dirty="0"/>
              <a:t> affichent les prix moyens les plus élevés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Mac et Linux restent marginaux mais pertinents sur </a:t>
            </a:r>
            <a:r>
              <a:rPr lang="fr-FR" dirty="0" err="1"/>
              <a:t>Indie</a:t>
            </a:r>
            <a:r>
              <a:rPr lang="fr-FR" dirty="0"/>
              <a:t>/Casual</a:t>
            </a:r>
          </a:p>
        </p:txBody>
      </p:sp>
    </p:spTree>
    <p:extLst>
      <p:ext uri="{BB962C8B-B14F-4D97-AF65-F5344CB8AC3E}">
        <p14:creationId xmlns:p14="http://schemas.microsoft.com/office/powerpoint/2010/main" val="198001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2AFAD2-47C2-A9FB-C35E-E2536889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UBISOFT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777E6D-722B-B7E9-3FE8-3BB741C2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Athanor SAVOUILLAN_Jedha - BLOC 2 - STEAM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DEEB51A-D3FB-7650-271C-66B9CEC65D59}"/>
              </a:ext>
            </a:extLst>
          </p:cNvPr>
          <p:cNvSpPr txBox="1"/>
          <p:nvPr/>
        </p:nvSpPr>
        <p:spPr>
          <a:xfrm>
            <a:off x="838199" y="2277731"/>
            <a:ext cx="10515599" cy="195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Cibler Windows en priorité absolue, évaluer le portage Mac/Linux pour les titres </a:t>
            </a:r>
            <a:r>
              <a:rPr lang="fr-FR" dirty="0" err="1"/>
              <a:t>Indie</a:t>
            </a:r>
            <a:endParaRPr lang="fr-F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Supporter l'anglais au minimum, ajouter chinois simplifié, russe et portugais brésilien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Positionner Simulation/</a:t>
            </a:r>
            <a:r>
              <a:rPr lang="fr-FR" dirty="0" err="1"/>
              <a:t>Strategy</a:t>
            </a:r>
            <a:r>
              <a:rPr lang="fr-FR" dirty="0"/>
              <a:t> en prix premium, Action/Aventure en compétitif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Planifier les sorties selon les périodes de forte activité identifiées</a:t>
            </a:r>
          </a:p>
        </p:txBody>
      </p:sp>
    </p:spTree>
    <p:extLst>
      <p:ext uri="{BB962C8B-B14F-4D97-AF65-F5344CB8AC3E}">
        <p14:creationId xmlns:p14="http://schemas.microsoft.com/office/powerpoint/2010/main" val="166153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Personnalisé 1">
      <a:majorFont>
        <a:latin typeface="Space Grotesk SemiBold"/>
        <a:ea typeface=""/>
        <a:cs typeface=""/>
      </a:majorFont>
      <a:minorFont>
        <a:latin typeface="Space Grotesk 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</TotalTime>
  <Words>234</Words>
  <Application>Microsoft Office PowerPoint</Application>
  <PresentationFormat>Grand écran</PresentationFormat>
  <Paragraphs>28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Anthropic Sans</vt:lpstr>
      <vt:lpstr>Aptos</vt:lpstr>
      <vt:lpstr>Arial</vt:lpstr>
      <vt:lpstr>Space Grotesk Light</vt:lpstr>
      <vt:lpstr>Space Grotesk SemiBold</vt:lpstr>
      <vt:lpstr>Office Theme</vt:lpstr>
      <vt:lpstr>Analyse du marché  Steam pour Ubisoft</vt:lpstr>
      <vt:lpstr>PROBLEMATIQUE</vt:lpstr>
      <vt:lpstr>RÉSULTATS MACRO</vt:lpstr>
      <vt:lpstr>RÉSULTATS PAR GENRE ET PLATEFORME</vt:lpstr>
      <vt:lpstr>RECOMMANDATIONS UBISOFT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Athanor Savouillan</dc:creator>
  <cp:lastModifiedBy>Athanor SAVOUILLAN</cp:lastModifiedBy>
  <cp:revision>38</cp:revision>
  <dcterms:created xsi:type="dcterms:W3CDTF">2026-03-05T10:10:09Z</dcterms:created>
  <dcterms:modified xsi:type="dcterms:W3CDTF">2026-04-13T22:15:13Z</dcterms:modified>
</cp:coreProperties>
</file>